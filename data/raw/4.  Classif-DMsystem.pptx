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2" roundtripDataSignature="AMtx7mjx4yJ9Y94P6AEeC+V30hpEOaLK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of Data Mining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04800" y="3048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Mining: Confluence of Multiple Disciplines </a:t>
            </a: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304800" y="1600200"/>
            <a:ext cx="8534400" cy="4343400"/>
            <a:chOff x="192" y="1152"/>
            <a:chExt cx="5376" cy="2736"/>
          </a:xfrm>
        </p:grpSpPr>
        <p:sp>
          <p:nvSpPr>
            <p:cNvPr id="96" name="Google Shape;96;p2"/>
            <p:cNvSpPr/>
            <p:nvPr/>
          </p:nvSpPr>
          <p:spPr>
            <a:xfrm>
              <a:off x="2160" y="2160"/>
              <a:ext cx="1440" cy="672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ahoma"/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Data Mining</a:t>
              </a:r>
              <a:endParaRPr/>
            </a:p>
          </p:txBody>
        </p:sp>
        <p:cxnSp>
          <p:nvCxnSpPr>
            <p:cNvPr id="97" name="Google Shape;97;p2"/>
            <p:cNvCxnSpPr/>
            <p:nvPr/>
          </p:nvCxnSpPr>
          <p:spPr>
            <a:xfrm>
              <a:off x="1488" y="2448"/>
              <a:ext cx="67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98" name="Google Shape;98;p2"/>
            <p:cNvCxnSpPr/>
            <p:nvPr/>
          </p:nvCxnSpPr>
          <p:spPr>
            <a:xfrm>
              <a:off x="1824" y="1680"/>
              <a:ext cx="816" cy="4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99" name="Google Shape;99;p2"/>
            <p:cNvCxnSpPr/>
            <p:nvPr/>
          </p:nvCxnSpPr>
          <p:spPr>
            <a:xfrm flipH="1">
              <a:off x="3072" y="1680"/>
              <a:ext cx="720" cy="4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00" name="Google Shape;100;p2"/>
            <p:cNvCxnSpPr/>
            <p:nvPr/>
          </p:nvCxnSpPr>
          <p:spPr>
            <a:xfrm rot="10800000">
              <a:off x="3600" y="2448"/>
              <a:ext cx="67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01" name="Google Shape;101;p2"/>
            <p:cNvCxnSpPr/>
            <p:nvPr/>
          </p:nvCxnSpPr>
          <p:spPr>
            <a:xfrm rot="10800000">
              <a:off x="3168" y="2784"/>
              <a:ext cx="1248" cy="4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02" name="Google Shape;102;p2"/>
            <p:cNvCxnSpPr/>
            <p:nvPr/>
          </p:nvCxnSpPr>
          <p:spPr>
            <a:xfrm flipH="1" rot="10800000">
              <a:off x="1536" y="2784"/>
              <a:ext cx="1008" cy="48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03" name="Google Shape;103;p2"/>
            <p:cNvSpPr/>
            <p:nvPr/>
          </p:nvSpPr>
          <p:spPr>
            <a:xfrm>
              <a:off x="1056" y="1152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Database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Technology</a:t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216" y="1200"/>
              <a:ext cx="1296" cy="48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Statistics</a:t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92" y="2208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Machine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Learning</a:t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36" y="3072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Pattern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Recognition</a:t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208" y="3360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Algorithm</a:t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032" y="3216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Other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Disciplines</a:t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272" y="2160"/>
              <a:ext cx="1296" cy="52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Visualization</a:t>
              </a:r>
              <a:endParaRPr/>
            </a:p>
          </p:txBody>
        </p:sp>
        <p:cxnSp>
          <p:nvCxnSpPr>
            <p:cNvPr id="110" name="Google Shape;110;p2"/>
            <p:cNvCxnSpPr/>
            <p:nvPr/>
          </p:nvCxnSpPr>
          <p:spPr>
            <a:xfrm rot="10800000">
              <a:off x="2832" y="2832"/>
              <a:ext cx="0" cy="52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0" y="152400"/>
            <a:ext cx="434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Classification?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228600" y="1066800"/>
            <a:ext cx="8763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Interdisciplinary field (diff. techniques such as fuzzy, set theory, neural n/w, knowledge)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DM system integrates techniques from spatial database, pattern recognition, computer graphics, web technologies, economics, bioinformatics or psychology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is expected b/c of various disciplinary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of classification to identify and best match the user needs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0" y="152400"/>
            <a:ext cx="49498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609600" y="1447800"/>
            <a:ext cx="8153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Noto Sans Symbols"/>
              <a:buChar char="⮚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kinds of database mined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Noto Sans Symbols"/>
              <a:buChar char="⮚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kinds of knowledge mined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Noto Sans Symbols"/>
              <a:buChar char="⮚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kinds of techniques utilized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1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Noto Sans Symbols"/>
              <a:buChar char="⮚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kinds of applications adapted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457200" y="152400"/>
            <a:ext cx="51022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Kinds of Database mined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609600" y="11430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are constructed with diff. models and diff. kinds of data</a:t>
            </a:r>
            <a:endParaRPr/>
          </a:p>
          <a:p>
            <a:pPr indent="-2413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is based of model &amp; kind of data</a:t>
            </a:r>
            <a:endParaRPr/>
          </a:p>
          <a:p>
            <a:pPr indent="-2413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Relational, transactional, object-relational, or data warehouse mining system, based on models</a:t>
            </a:r>
            <a:endParaRPr/>
          </a:p>
          <a:p>
            <a:pPr indent="-266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spatial,  text, time series, multimedia or world wide web mining system , based on kind of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612775" y="228600"/>
            <a:ext cx="53308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Kinds of knowledge mined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533400" y="12192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DM functionalities  &amp; levels of abstraction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Functionalities based on characterization, discrimination, association and correlation analysis, clustering and so 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Levels of abstraction based on generalized knowledge,  primitive knowledge or knowledge at high level.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based on mine data regularities (commonly occurring patterns) versus irregularities (such as exceptions, or outliers)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228600" y="228600"/>
            <a:ext cx="52546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Kinds of techniques utilized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381000" y="1219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DMS categorized based on data mining techniques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interaction involved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systems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exploratory systems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driven systems</a:t>
            </a:r>
            <a:endParaRPr/>
          </a:p>
          <a:p>
            <a:pPr indent="-1270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methods of data analysis involved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/ data warehouse oriented techniques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learning, statistics, visualization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recognition and so 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533400" y="304800"/>
            <a:ext cx="32734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457200" y="1828800"/>
            <a:ext cx="8229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DMS can also be categorized a/c to the applications they adapt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 DMS may be customized specifically for finance, telecommunications, DNA, stock markets, e-mail, and so on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ctrTitle"/>
          </p:nvPr>
        </p:nvSpPr>
        <p:spPr>
          <a:xfrm>
            <a:off x="685800" y="2130425"/>
            <a:ext cx="7772400" cy="183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Issues in Data Mining  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Issues Based On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Mining methodology and user interaction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Performance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relating to the diversity of database types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following diagram describes the major issues.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b="0" i="0" lang="en-US" sz="25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Data Mining issues"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25"/>
            <a:ext cx="9144000" cy="648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Mining Methodology and User Interaction Issues</a:t>
            </a:r>
            <a:endParaRPr/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533400" y="18288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Noto Sans Symbols"/>
              <a:buChar char="⮚"/>
            </a:pPr>
            <a:r>
              <a:rPr b="0" i="0" lang="en-US" sz="3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Based on the kinds of knowledge mined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Noto Sans Symbols"/>
              <a:buChar char="⮚"/>
            </a:pPr>
            <a:r>
              <a:rPr b="0" i="0" lang="en-US" sz="3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how to mine knowledge at multiple granularities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Noto Sans Symbols"/>
              <a:buChar char="⮚"/>
            </a:pPr>
            <a:r>
              <a:rPr b="0" i="0" lang="en-US" sz="3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Need of domain knowledge</a:t>
            </a:r>
            <a:endParaRPr/>
          </a:p>
          <a:p>
            <a:pPr indent="-1524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Noto Sans Symbols"/>
              <a:buChar char="⮚"/>
            </a:pPr>
            <a:r>
              <a:rPr b="0" i="0" lang="en-US" sz="3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Form of knowledge visualization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0" y="685800"/>
            <a:ext cx="54102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533400" y="2057400"/>
            <a:ext cx="8763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and scalability of data mining algorithms  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endParaRPr/>
          </a:p>
          <a:p>
            <a:pPr indent="-1079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Parallel, distributed and incremental mining algorithm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228600" y="2286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Issues related - Diversity of Database Types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381000" y="22098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Handling of relational and complex types of data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Mixing information from heterogeneous databases and global information systems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2007-11-19T01:15:14Z</dcterms:created>
  <dc:creator>Archana</dc:creator>
</cp:coreProperties>
</file>